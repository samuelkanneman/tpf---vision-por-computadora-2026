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FINAL (14 slides, según estructura_presentacion.md)
Cómo exportar:
  - Opción A (Marp): extensión "Marp for VS Code" → Export Slide Deck → PPTX o PDF.
    O por CLI: npx @marp-team/marp-cli presentacion.md --pptx --allow-local-files
  - Opción B: copiar el contenido slide por slide a Google Slides / PowerPoint
    (las imágenes están en presentacion/img/).
Único pendiente manual: en la slide 10 conviene reproducir el video en vivo
(videos/output/resultado_video3.mp4) o convertirlo a GIF si lo prefieren embebido.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Detección, Segmentación y Pose con YOLO26</dc:title>
  <dc:subject>PptxGenJS Presentation</dc:subject>
  <dc:creator>Created by Marp</dc:creator>
  <cp:lastModifiedBy>Created by Marp</cp:lastModifiedBy>
  <cp:revision>1</cp:revision>
  <dcterms:created xsi:type="dcterms:W3CDTF">2026-06-12T22:45:32Z</dcterms:created>
  <dcterms:modified xsi:type="dcterms:W3CDTF">2026-06-12T22:45:32Z</dcterms:modified>
</cp:coreProperties>
</file>